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50" d="100"/>
          <a:sy n="50" d="100"/>
        </p:scale>
        <p:origin x="922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2T06:52:32.939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0,'327'8,"-223"1,115 23,-64 6,-126-30,-8-4,0-1,1-1,-1 0,41-4,-9 0,-32 1,-1-1,0-1,26-8,-25 6,1 0,35-2,-34 6,2 1,0-1,-1-1,1-1,39-11,-46 9,-1 2,1 0,-1 1,34 1,-29 1,-1-1,39-7,-23 3,0 1,-1 2,68 4,-20 0,85-2,-155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6:52:41.031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57 0,'2399'-57'0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6:52:17.833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0,'4232'0'0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2T06:53:54.956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2T06:53:59.849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2T06:55:22.832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0 116,'673'44,"-12"53,-124-16,-35-6,-147-20,-72-35,-59-8,10-4,-54-4,-47 7,128 3,187-58,-188 13,204-39,-401 59,100-11,202 1,-358 20,246-29,-118 10,188-34,-255 48,1 2,72 7,-26-1,-89-2,1-1,-1-2,47-10,-33 7,22-5,-59 11,0-1,0 0,-1-1,1 1,0 0,-1-1,1 1,-1-1,1 0,-1 0,0 0,0 0,0 0,0 0,0-1,3-4,-5 6,0 0,1-1,-1 1,0-1,1 1,-1-1,0 1,0 0,0-1,0 1,-1-1,1 1,0-1,0 1,-1 0,1-1,-1 1,0 0,1-1,-1 1,0 0,0 0,1 0,-1-1,0 1,0 0,0 0,0 0,-1 1,1-1,0 0,0 0,-1 1,1-1,-2 0,-4-3,-1 0,0 1,0 0,-13-3,-25-1,-1 1,0 3,-1 2,-48 5,-3-1,-265 24,97-3,-121 4,343-24,15-2,0 1,0 1,-38 11,26-4,-1-3,0-1,-46 2,72-8,-74 11,-31 2,-125-14,-41 1,232 5,-70 15,-41 5,-264-21,230-8,-462 3,628-2,0-2,0-1,0-2,-54-18,46 12,-86-14,39 22,57 4,-46-7,13-3,-208-33,186 34,-103 2,154 9,32-1,25 0,34-3,100-18,-15 1,305-11,-117 3,-206 17,45-6,-71 8,184 6,-139 5,-41-4,112 5,-95 21,-27-10,-54-7,64 4,48 3,-97-7,64 1,-88-8,1 1,-1 2,47 9,-40-6,34 3,30 5,-50-6,-24-6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7B9CA-6793-A6A1-F09C-A670C80B6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68062F-D3AF-4809-37CF-6AFFBA00AE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DB172-2F6D-0823-6050-00AE8DCDA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C8DA5-1E32-4BBB-92E3-209F778A2EB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849FE-65D6-CD18-9E90-B90A2691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1EC54-4C74-38CA-356F-40BF3F350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29B76-5086-47E0-821D-352A0428DE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542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47EB0-2740-0CED-F08D-6EC2D2560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E26AE-80BC-5644-2EEB-8465F1200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491E8-94CB-F34B-7DE3-3B64CD518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C8DA5-1E32-4BBB-92E3-209F778A2EB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0ACA9-666A-0FF4-6234-EE45929C3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37376-9082-95E8-6FE1-4215E7B55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29B76-5086-47E0-821D-352A0428DE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416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E48D3-BA2D-123F-9AF5-1EAB7964B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C7FAF-DE80-6126-BB17-87B0B4127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83C26-BC5F-1B5E-1D75-0DE83B5FF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C8DA5-1E32-4BBB-92E3-209F778A2EB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14673-C2FF-CF44-2B6E-ADAE64BAA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8DBB0-C347-B417-E70A-137BFB7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29B76-5086-47E0-821D-352A0428DE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348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81272-B0DD-E180-E640-AD4C2B7EF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55C09-81FB-E9F6-9665-8C6C827F6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2F3ED-C0C6-4E12-139E-66DCA93DC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60BBC-2DE4-5363-6138-62F890259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C8DA5-1E32-4BBB-92E3-209F778A2EB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70B1E-9F78-A42A-341B-52B4846A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A3C48-6CCA-2C6B-5CA0-266CA9426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29B76-5086-47E0-821D-352A0428DE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930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B2A47-3101-B2EC-D1E0-A99A46220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A54DF-DF7A-B22A-C34C-3429CAE7E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75337-02DE-8690-A05A-FDAE87391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8CDE53-805A-2B8A-4D58-F1A110DD8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685426-4F33-DFF7-FC39-2388060F6C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F40AB8-6591-45CC-11C6-C7A1A8503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C8DA5-1E32-4BBB-92E3-209F778A2EB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666C1F-02DE-50E0-C46C-4DEBDC26D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D7989E-38A6-FA48-3377-9728286A2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29B76-5086-47E0-821D-352A0428DE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2276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8AACE-6CA7-B64F-2722-570D08DA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501870-77B4-2A52-F6EA-F8D534BC2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C8DA5-1E32-4BBB-92E3-209F778A2EB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E842A2-BAF0-3418-2F32-80F23A508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6605A6-2B74-DBB0-F2C1-A60F9D6BA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29B76-5086-47E0-821D-352A0428DE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15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D2F9-496C-D3AF-D01A-38A8D0DB0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C8DA5-1E32-4BBB-92E3-209F778A2EB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5707BE-B222-3864-A516-E99D4DE97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30071-C371-1CD4-5274-450481B3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29B76-5086-47E0-821D-352A0428DE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930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DF610-4AA4-D641-1A52-87F7A0518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FF6DC-A112-733B-782D-289114830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D6A37-1539-0A2B-58DD-BE1604490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F21AD-69FF-E0E6-BBEA-38EE890C4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C8DA5-1E32-4BBB-92E3-209F778A2EB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74880-DE2A-6DAA-BC40-595A55724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07985-2484-D6B0-D14B-D3E63828F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29B76-5086-47E0-821D-352A0428DE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082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2CA17-3E67-8B29-9F5A-B3845637C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D653F2-226E-D1BA-C041-702E4ACE2C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C4B29F-FE72-7102-43E7-549E24563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6E123-F336-F2B0-9F88-144D346E3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C8DA5-1E32-4BBB-92E3-209F778A2EB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72E83-C3D8-88C3-A0A5-B7FED63E2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3911D8-BB29-8169-87EC-1D16D6AFB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29B76-5086-47E0-821D-352A0428DE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434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00865-5F10-0EBA-4B81-BAF9A7249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C4EE68-F680-0E5B-6A54-4C65C1983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4B46F-CB9B-00EC-7D40-21463A979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C8DA5-1E32-4BBB-92E3-209F778A2EB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16BD9-A217-369D-6677-CB36B714B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F5218-24EC-27D8-B74C-E9A9ECA10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29B76-5086-47E0-821D-352A0428DE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9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548E46-28BD-E0A5-9C65-DEC0CB6F48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D791B-89ED-C2AC-E836-757156275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75022-506B-EAD0-EDD7-17F63E714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C8DA5-1E32-4BBB-92E3-209F778A2EB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E94F6-1C15-1681-BBFB-FB6325B7B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0952C-F995-876B-1949-9A3640E04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29B76-5086-47E0-821D-352A0428DE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31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86BD80-BEB3-C3E6-6087-B2DD86F90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81488-DB59-ED30-E36D-4C77D66F4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DDCCE-EBF6-1241-8306-23BB058B22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C8DA5-1E32-4BBB-92E3-209F778A2EB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8FE44-B063-5669-AFAB-0D4A44021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C8243-E9B4-B9B7-331A-069C319C2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429B76-5086-47E0-821D-352A0428DE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009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A1AF0-D9B9-2C3D-AF10-340C7E4542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Data Quality Lake – Automated Data Validation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9D86F1-E5B6-3DB6-DF5D-1AF9165AF9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191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E936-7367-3F38-E782-121D938A5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Upload csv file in S3 bucket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CDAF15-F735-2FF5-30BD-7EBB09DC1B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2724C47-C210-46D3-25D2-0482DA177C5E}"/>
                  </a:ext>
                </a:extLst>
              </p14:cNvPr>
              <p14:cNvContentPartPr/>
              <p14:nvPr/>
            </p14:nvContentPartPr>
            <p14:xfrm>
              <a:off x="3437952" y="2663736"/>
              <a:ext cx="767880" cy="38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2724C47-C210-46D3-25D2-0482DA177C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3952" y="2555736"/>
                <a:ext cx="87552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5AAF489-7DE2-09FF-57C5-ABD7D6793525}"/>
                  </a:ext>
                </a:extLst>
              </p14:cNvPr>
              <p14:cNvContentPartPr/>
              <p14:nvPr/>
            </p14:nvContentPartPr>
            <p14:xfrm>
              <a:off x="3164600" y="4272000"/>
              <a:ext cx="864000" cy="208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5AAF489-7DE2-09FF-57C5-ABD7D679352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10600" y="4164000"/>
                <a:ext cx="971640" cy="23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94215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8A143-C4F3-7AA5-BAD3-E7BCCF73F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CSV file has one value null in amount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2634A9-F052-0328-9759-A99B8407C7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7286" y="3072477"/>
            <a:ext cx="4677428" cy="185763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543396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3B939-689E-F614-16BA-6BA074A86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Got mail notification in </a:t>
            </a:r>
            <a:r>
              <a:rPr lang="en-US" dirty="0" err="1"/>
              <a:t>dq</a:t>
            </a:r>
            <a:r>
              <a:rPr lang="en-US" dirty="0"/>
              <a:t> check fails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D1B304-5A04-7A57-4ADE-0A3E2E0D85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3594" y="1825625"/>
            <a:ext cx="8144811" cy="4351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5407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4FD48-F3E2-67A7-61BD-6C409EA28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Logs generated in S3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577F11-51A1-84ED-B963-12016E4247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00403"/>
            <a:ext cx="10515600" cy="30017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478EC9D-E2B1-D275-5793-D0BB35CEB69F}"/>
                  </a:ext>
                </a:extLst>
              </p14:cNvPr>
              <p14:cNvContentPartPr/>
              <p14:nvPr/>
            </p14:nvContentPartPr>
            <p14:xfrm>
              <a:off x="1676520" y="2682240"/>
              <a:ext cx="152388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478EC9D-E2B1-D275-5793-D0BB35CEB6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22880" y="2574240"/>
                <a:ext cx="16315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87554A5-2576-4EEC-869C-513DE4F11B9A}"/>
                  </a:ext>
                </a:extLst>
              </p14:cNvPr>
              <p14:cNvContentPartPr/>
              <p14:nvPr/>
            </p14:nvContentPartPr>
            <p14:xfrm>
              <a:off x="-5884763" y="7291477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87554A5-2576-4EEC-869C-513DE4F11B9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5938763" y="7183477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1060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D1F1F-DE86-74AB-286E-1A29D1347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external table for logs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70F28FD-4D5F-7BBD-70DE-C79C8584F3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9099" y="2272265"/>
            <a:ext cx="8973802" cy="34580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51D065B-575F-EF81-B73D-DFC3A5F5ECDD}"/>
                  </a:ext>
                </a:extLst>
              </p14:cNvPr>
              <p14:cNvContentPartPr/>
              <p14:nvPr/>
            </p14:nvContentPartPr>
            <p14:xfrm>
              <a:off x="4829917" y="3329317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51D065B-575F-EF81-B73D-DFC3A5F5EC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75917" y="3221317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8FEBF91-7F22-0DD7-1216-CEF6CB9B7CCA}"/>
                  </a:ext>
                </a:extLst>
              </p14:cNvPr>
              <p14:cNvContentPartPr/>
              <p14:nvPr/>
            </p14:nvContentPartPr>
            <p14:xfrm>
              <a:off x="2885400" y="4022360"/>
              <a:ext cx="2598480" cy="1933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8FEBF91-7F22-0DD7-1216-CEF6CB9B7CC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31400" y="3914720"/>
                <a:ext cx="2706120" cy="40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6352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D29AF-1DF9-AD30-B0AA-AD1B51D3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on logs data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8470DD-7B9C-1B9E-D002-5437FC137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8237" y="1825625"/>
            <a:ext cx="8755526" cy="4351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0569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1E753-B661-845A-AEFD-52F4135D5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Upload correct file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5EC5DA-9535-F0B1-5F11-129D8BBD2B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4865" y="2953398"/>
            <a:ext cx="4982270" cy="20957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9881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1FCE2-DBE3-03EC-3CFD-6986692DF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record </a:t>
            </a:r>
            <a:r>
              <a:rPr lang="en-US" dirty="0" err="1"/>
              <a:t>dq</a:t>
            </a:r>
            <a:r>
              <a:rPr lang="en-US" dirty="0"/>
              <a:t> check pass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1018E0-D42E-4A33-D54D-5A260BA318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1525" y="1825625"/>
            <a:ext cx="8808950" cy="4351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0035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50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Data Quality Lake – Automated Data Validation Pipeline</vt:lpstr>
      <vt:lpstr>Upload csv file in S3 bucket</vt:lpstr>
      <vt:lpstr>CSV file has one value null in amount</vt:lpstr>
      <vt:lpstr>Got mail notification in dq check fails</vt:lpstr>
      <vt:lpstr>Logs generated in S3</vt:lpstr>
      <vt:lpstr>Create external table for logs</vt:lpstr>
      <vt:lpstr>Query on logs data</vt:lpstr>
      <vt:lpstr>Upload correct file</vt:lpstr>
      <vt:lpstr>New record dq check pass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Bansode</dc:creator>
  <cp:lastModifiedBy>Rohit Bansode</cp:lastModifiedBy>
  <cp:revision>7</cp:revision>
  <dcterms:created xsi:type="dcterms:W3CDTF">2026-03-12T06:45:54Z</dcterms:created>
  <dcterms:modified xsi:type="dcterms:W3CDTF">2026-03-12T07:24:26Z</dcterms:modified>
</cp:coreProperties>
</file>